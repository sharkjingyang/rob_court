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Badminton/Tennis Court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Automation Tool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7315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Web Automation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3474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Does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the booking process for badminton and tennis courts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Selenium WebDriver with Chrome browser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forms on jinshuju.com platform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parallel booking attempts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timing for抢票 (sniping) functionality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645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Booking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multi_jinze.py --usr "姓名" --phone "手机号" --num 人数 --type "羽毛球" --court 场地编号 --date 从今天开始第几天 --time 时间段序号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17520"/>
            <a:ext cx="91440" cy="1645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Booking (Multiple Users)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jinze_rob.py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multi_jinze.py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automation 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WebDriver with Chrome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execution (pause function)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web form with user info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court, date &amp; time slots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Auto-submits the 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jinze_rob.py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runner 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Launches multiple CMD windows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multi_jinze.py in parallel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user parameters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booking success rate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multiple users/bookings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Dependencies &amp;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22860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(Python package)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(PIL)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ChromeDriver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91440" cy="2286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60: Set start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184: ChromeDriver path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URL: jinshuju.com/f/vcswPJ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Form: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https://jinshuju.com/f/vcswPJ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7315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Selenium WebDriver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Badminton/Tennis Court Booking Automation</dc:title>
  <dc:subject>PptxGenJS Presentation</dc:subject>
  <dc:creator>Project Demo</dc:creator>
  <cp:lastModifiedBy>Project Demo</cp:lastModifiedBy>
  <cp:revision>1</cp:revision>
  <dcterms:created xsi:type="dcterms:W3CDTF">2026-02-19T03:31:22Z</dcterms:created>
  <dcterms:modified xsi:type="dcterms:W3CDTF">2026-02-19T03:31:22Z</dcterms:modified>
</cp:coreProperties>
</file>